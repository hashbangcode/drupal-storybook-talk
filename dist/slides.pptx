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Doing Drupal for 15 years.
- Programming in general for 20.
- This is a picture of a Lily58 mechanical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Scan the QR code for the talk repo. Which has links to all of the resources you need.
- There's also a Drupal and Storybook article on my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been looking at Storybook for a few years, but there's always been a disconnect between Storybook and Drupal. I could build the stories in Storybook, but I'd then have to rebuild them in Drupal.
That changed with SDC and is facilitied by the Storybook module.
Here is an example of Storybook used by the JPL.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is a good time to get into SDC.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point on SDC will be Single Directory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directory can exist in a theme or module.
Let's look at each of the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when you create a component in a module this file is heavily validated. In the theme, you can 'get away' with a bit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componentMetadata object contains some information about the component.
In this case we are using the .path property that contains the current path of the SDC.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types of the args are pulled from the *.component.yml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in this case any `props` we have defined will be passed to the template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a second story where the element in question is wrapped in a restrictive red box.
You can add stories to show different content for your component, but also think about the surrounding elements on the page. Adding in some example markup to show the component in situ can be really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CORS = Cross-Origin Resource Sharing 
Prevents websites from serving content to sites that they haven't previouly agreed to.
This creates a problem when we do want to share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.storybook is the storybook configuration directory.
- stories contains some example stories.
- The other directories are standard node directories.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that you can have stories in themes and modules, so you can have multiple lines here pointing at different directories.
The modules and themes don't need to be active, as long as they have a *.stories.twig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are running Storybook inside DDEV then there are some extra options you need to set to get this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CORS errors will likey be your biggest headache.
Make notes as you solve them as you can use these notes on other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alternative if you don't want to muck about with storybook.
Plus, comes with an accessibility scanner.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 unstable in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seems a bit backwards to me.
Whilst theoretically possible, no SDC is an island. You will find that Drupal has injected some markup or styles into your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this to your .ddev/config.yml file and restart ddev.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Created by Marp</cp:lastModifiedBy>
  <cp:revision>1</cp:revision>
  <dcterms:created xsi:type="dcterms:W3CDTF">2026-01-20T19:13:17Z</dcterms:created>
  <dcterms:modified xsi:type="dcterms:W3CDTF">2026-01-20T19:13:17Z</dcterms:modified>
</cp:coreProperties>
</file>